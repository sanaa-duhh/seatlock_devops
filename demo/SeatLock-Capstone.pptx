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Sanaa. This is SeatLock, my DevOps capstone. It's an event-ticketing app built around one hard rule: two people can never book the same seat. Around it I built the full delivery platform: CI/CD with security gates, container images in GHCR, AWS infrastructure with Terraform, Kubernetes with Helm and Argo CD, and monitoring with Prometheus and Grafana.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Sanaa, and this is SeatLock: an event-ticketing app built around one hard rule. Two people can never book the same seat. You browse events, pick up to six seats, and they're held for five minutes while you confirm, with a live countdown. The hard part is correctness: if two people grab the same seat at the same moment on two different API replicas, only one may win. A browser timer can't guarantee that, so PostgreSQL row locks decide, holds are all-or-nothing, and confirming twice returns the same ticket. That's what lets me scale the API horizontally. The backend has sixteen endpoints and twenty-nine tests at eighty-eight percent coverage.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stack by layer. The app is FastAPI, React and PostgreSQL, with Alembic migrations. Images are multi-stage Docker builds published to GitHub Container Registry. CI/CD is GitHub Actions, and it even spins up a throwaway kind cluster. Security scanning uses Trivy, Gitleaks, Bandit, pip-audit and npm audit. Infrastructure is Terraform on AWS: a VPC and an EKS cluster. On Kubernetes I use Helm for packaging, Argo CD for GitOps, Traefik for Ingress and an HPA for autoscaling. And Prometheus, Grafana, Loki and Alloy cover metrics and logs.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lanes tell the whole story. Runtime: the browser hits the Traefik Ingress, which sends slash to the React frontend and slash-api to the FastAPI backend, which autoscales from two to five pods, and PostgreSQL keeps its data on an encrypted gp3 volume. Delivery: a git push runs GitHub Actions, the scanned images go to GHCR tagged with the commit SHA, the pipeline writes that tag into Git, and Argo CD in the cluster syncs it. Observe: Prometheus scrapes the backend's metrics, Alloy ships the logs to Loki, and Grafana shows both. Infra: Terraform builds the VPC, the EKS cluster and its two worker nodes.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push runs ten jobs. First the tests: pytest with coverage, linting, Bandit, dependency audits, the frontend build, a Gitleaks scan of the entire Git history, Terraform validate, Helm lint and a Trivy misconfiguration scan. Then both images are built once, tagged with the commit SHA, and Trivy blocks any HIGH or CRITICAL vulnerability, while Playwright tests the full stack on Docker Compose. Next the Helm chart is installed on a throwaway kind cluster and tested in a browser. Only then are those exact images pushed to GHCR, the new tag is committed to Git for Argo CD, and a final job waits until the live site reports the new version. Security found real problems: the first backend image had forty-six HIGH vulnerabilities, which went to zero after moving to Alpine and removing build tools; and Trivy later caught CVE-2026-4775 in libtiff, which a cached build layer was hiding.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is GitOps with Argo CD. When the pipeline passes, it pushes the images to GHCR and commits the new SHA tag into a values file in Git. Argo CD, running inside the cluster, notices the change, renders the Helm chart and rolls out the new pods. If someone edits the cluster by hand, Argo reverts it, which is called self-heal. The big benefit is that it's pull-based: GitHub Actions never needs cluster credentials or AWS keys, and rolling back is just a git revert.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AWS infrastructure is Terraform, using the community VPC and EKS modules. It creates a VPC across two availability zones with public and private subnets, an EKS 1.37 cluster with a managed node group of two t3.medium instances, the add-ons for networking, DNS, autoscaling metrics and encrypted EBS storage, and a KMS key for Kubernetes secrets. The account I deployed to had guardrails: an organization policy allowing a single region, a deny on IAM OIDC providers, and load balancers not yet enabled. I found all three with free dry-run probes before creating anything, and made the code adapt with variables instead of hard-coding around one account. Teardown deletes Kubernetes-created resources first so terraform destroy never stalls.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the cluster comes from one Helm chart. Frontend and backend Deployments run at least two replicas each, and an HPA scales the backend on CPU. ClusterIP Services give each tier a stable name, and the Ingress routes slash to the frontend and slash-api to the backend. PostgreSQL runs as a StatefulSet with a persistent volume, and a Job runs the database migrations for each release. A ServiceMonitor tells Prometheus what to scrape. Every pod is hardened: non-root, read-only filesystem, no Linux capabilities, proper probes and resource limits. The same chart deploys to minikube, a CI kind cluster and EKS, just with different values files.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Monitoring runs on kube-prometheus-stack. The backend exports its own metrics, all prefixed seatlock: request counts, a latency histogram, seat conflicts and confirmed bookings. A ServiceMonitor tells Prometheus to scrape every backend replica, and the Grafana dashboard shows requests per second, p95 latency, server errors, seat conflicts and confirmations. Alert rules fire when the API stops responding or starts returning server errors. For logs, Grafana Alloy collects each pod's JSON logs into Loki, and every log line carries the same request ID the API returns in its response header, so you can trace a single request.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lessons. One: correctness has to live in the database; a countdown in the browser can't stop two replicas from selling the same seat. Two: a dependency audit is not an image scan; pip-audit was clean while the image carried forty-six HIGH vulnerabilities in OS packages. Three: a cached image can be a stale image, so security scans should run on fresh builds. Four: test the real network path; Kubernetes DNS broke something Docker Compose hid. And five: probe the cloud account before you build; the guardrails I found shaped the whole infrastructure design.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overview.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stack.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architectur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ipelin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gitop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infra.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kubernet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observabilit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learning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SeatLock — DevOps Capstone</dc:title>
  <dc:subject/>
  <dc:creator>Sanaa Ara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