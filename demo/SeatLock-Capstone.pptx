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git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inf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kuberne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observ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learn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SeatLock — DevOps Capstone</dc:title>
  <dc:subject/>
  <dc:creator>Sanaa Ara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